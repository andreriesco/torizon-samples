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</p:sldIdLst>
  <p:sldSz cx="2854325" cy="28543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14200" y="338760"/>
            <a:ext cx="242496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42560" y="667800"/>
            <a:ext cx="256860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FFA8B4-09C7-4E67-995C-2E8594F35A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2F98C62-6764-4571-AA2D-5E01F6ED65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D31658B-84D4-4689-AC31-12C9D55C64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14200" y="338760"/>
            <a:ext cx="242496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42560" y="667800"/>
            <a:ext cx="256860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139A4E3-E8A3-4562-B791-3D7EA2FC04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8407D7F-0E18-415E-A659-F7AADC53E6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14200" y="338760"/>
            <a:ext cx="242496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42560" y="667800"/>
            <a:ext cx="125316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616"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1458720" y="667800"/>
            <a:ext cx="125316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616"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71F7260-8AB4-465C-BA4E-0F293CD13B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E504E84-5894-4D13-BC89-F75F351156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14200" y="338760"/>
            <a:ext cx="242496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0C05919-F0AB-4D84-9242-DCAD898175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111371A-A32A-495F-B32F-2658011106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14D919D-8E02-4CBA-ADE2-414E9C182C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9713960-85FE-4027-B5E1-80EC1F8861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14200" y="338760"/>
            <a:ext cx="242496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945720" y="2646000"/>
            <a:ext cx="96156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201636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B2413B8-07F1-4574-9318-2E2BA0060D78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19620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142560" y="667800"/>
            <a:ext cx="256860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2498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945720" y="2646000"/>
            <a:ext cx="96156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201636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0421C5-AC5B-49FC-8D7C-8D2A1D06BCDB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19620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945720" y="2646000"/>
            <a:ext cx="96156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201636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B5B38A8-747B-4841-8EB2-1A7B64527CF9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19620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14200" y="338760"/>
            <a:ext cx="242496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42560" y="667800"/>
            <a:ext cx="2568240" cy="16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945720" y="2646000"/>
            <a:ext cx="96156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201636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D22FFE2-7344-4556-84F7-4126EFC34FE2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19620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945720" y="2646000"/>
            <a:ext cx="96156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201636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33ADD5-3F5E-4F10-A234-71007D2F429E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19620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14200" y="338760"/>
            <a:ext cx="242496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42560" y="667800"/>
            <a:ext cx="1252800" cy="16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458720" y="667800"/>
            <a:ext cx="1252800" cy="16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945720" y="2646000"/>
            <a:ext cx="96156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201636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85AB10C-6255-43E2-BA59-F467ACACBB8B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19620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945720" y="2646000"/>
            <a:ext cx="96156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201636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F4832C-B739-4653-94C9-5B49F23970B3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19620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14200" y="338760"/>
            <a:ext cx="242496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945720" y="2646000"/>
            <a:ext cx="96156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201636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86B923A-5301-4CC3-9E8C-2D80CAA6585E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19620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945720" y="2646000"/>
            <a:ext cx="96156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201636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E2D80D2-F7E3-4E61-AF61-5B479157D6B1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19620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945720" y="2646000"/>
            <a:ext cx="96156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201636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700A185-E9D7-418C-B977-E5CE5FFB28D2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19620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945720" y="2646000"/>
            <a:ext cx="96156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201636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41B251D-EDF4-42E7-84D1-739AB5D5824E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196200" y="2646000"/>
            <a:ext cx="640440" cy="1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8"/>
          <p:cNvSpPr/>
          <p:nvPr/>
        </p:nvSpPr>
        <p:spPr>
          <a:xfrm>
            <a:off x="0" y="0"/>
            <a:ext cx="2853000" cy="2853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7500" spc="-1" strike="noStrike">
                <a:solidFill>
                  <a:srgbClr val="fffff0"/>
                </a:solidFill>
                <a:latin typeface="Calibri"/>
                <a:ea typeface="Arial"/>
              </a:rPr>
              <a:t>GPIO</a:t>
            </a:r>
            <a:endParaRPr b="0" lang="en-US" sz="7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Rectangle 9"/>
          <p:cNvSpPr/>
          <p:nvPr/>
        </p:nvSpPr>
        <p:spPr>
          <a:xfrm>
            <a:off x="0" y="0"/>
            <a:ext cx="660240" cy="615960"/>
          </a:xfrm>
          <a:prstGeom prst="rect">
            <a:avLst/>
          </a:prstGeom>
          <a:solidFill>
            <a:srgbClr val="005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900" spc="-1" strike="noStrike">
                <a:solidFill>
                  <a:schemeClr val="lt1"/>
                </a:solidFill>
                <a:latin typeface="Nunito"/>
                <a:ea typeface="Arial"/>
              </a:rPr>
              <a:t>C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" name="Picture 4" descr=""/>
          <p:cNvPicPr/>
          <p:nvPr/>
        </p:nvPicPr>
        <p:blipFill>
          <a:blip r:embed="rId1"/>
          <a:stretch/>
        </p:blipFill>
        <p:spPr>
          <a:xfrm>
            <a:off x="1962720" y="1998720"/>
            <a:ext cx="846000" cy="84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13"/>
          <p:cNvSpPr/>
          <p:nvPr/>
        </p:nvSpPr>
        <p:spPr>
          <a:xfrm>
            <a:off x="0" y="0"/>
            <a:ext cx="2853000" cy="2853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7500" spc="-1" strike="noStrike">
                <a:solidFill>
                  <a:srgbClr val="fffff0"/>
                </a:solidFill>
                <a:latin typeface="Calibri"/>
                <a:ea typeface="Arial"/>
              </a:rPr>
              <a:t>GPIO</a:t>
            </a:r>
            <a:endParaRPr b="0" lang="en-US" sz="7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 14"/>
          <p:cNvSpPr/>
          <p:nvPr/>
        </p:nvSpPr>
        <p:spPr>
          <a:xfrm>
            <a:off x="0" y="0"/>
            <a:ext cx="660240" cy="615960"/>
          </a:xfrm>
          <a:prstGeom prst="rect">
            <a:avLst/>
          </a:prstGeom>
          <a:solidFill>
            <a:srgbClr val="662e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900" spc="-1" strike="noStrike">
                <a:solidFill>
                  <a:schemeClr val="lt1"/>
                </a:solidFill>
                <a:latin typeface="Nunito"/>
                <a:ea typeface="Arial"/>
              </a:rPr>
              <a:t>C#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Picture 6" descr=""/>
          <p:cNvPicPr/>
          <p:nvPr/>
        </p:nvPicPr>
        <p:blipFill>
          <a:blip r:embed="rId1"/>
          <a:stretch/>
        </p:blipFill>
        <p:spPr>
          <a:xfrm>
            <a:off x="1962720" y="1998720"/>
            <a:ext cx="846000" cy="84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9"/>
          <p:cNvSpPr/>
          <p:nvPr/>
        </p:nvSpPr>
        <p:spPr>
          <a:xfrm>
            <a:off x="0" y="0"/>
            <a:ext cx="2853000" cy="2853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7500" spc="-1" strike="noStrike">
                <a:solidFill>
                  <a:srgbClr val="fffff0"/>
                </a:solidFill>
                <a:latin typeface="Calibri"/>
                <a:ea typeface="Arial"/>
              </a:rPr>
              <a:t>GPIO</a:t>
            </a:r>
            <a:endParaRPr b="0" lang="en-US" sz="7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Rectangle 3"/>
          <p:cNvSpPr/>
          <p:nvPr/>
        </p:nvSpPr>
        <p:spPr>
          <a:xfrm>
            <a:off x="0" y="0"/>
            <a:ext cx="660240" cy="615960"/>
          </a:xfrm>
          <a:prstGeom prst="rect">
            <a:avLst/>
          </a:prstGeom>
          <a:solidFill>
            <a:srgbClr val="4646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ffff00"/>
                </a:solidFill>
                <a:latin typeface="DejaVu Sans Condensed"/>
                <a:ea typeface="Arial"/>
              </a:rPr>
              <a:t>Py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" name="Picture 3" descr=""/>
          <p:cNvPicPr/>
          <p:nvPr/>
        </p:nvPicPr>
        <p:blipFill>
          <a:blip r:embed="rId1"/>
          <a:stretch/>
        </p:blipFill>
        <p:spPr>
          <a:xfrm>
            <a:off x="1962720" y="1998720"/>
            <a:ext cx="846000" cy="84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</TotalTime>
  <Application>LibreOffice/24.2.7.2$Linux_X86_64 LibreOffice_project/420$Build-2</Application>
  <AppVersion>15.0000</AppVersion>
  <Words>22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2022-08-24T21:53:02Z</dcterms:created>
  <dc:creator>Matheus Castello</dc:creator>
  <dc:description/>
  <dc:language>pt-BR</dc:language>
  <cp:lastModifiedBy/>
  <dcterms:modified xsi:type="dcterms:W3CDTF">2025-05-20T15:03:57Z</dcterms:modified>
  <cp:revision>736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1046-11.1.0.8865</vt:lpwstr>
  </property>
  <property fmtid="{D5CDD505-2E9C-101B-9397-08002B2CF9AE}" pid="3" name="PresentationFormat">
    <vt:lpwstr>Custom</vt:lpwstr>
  </property>
  <property fmtid="{D5CDD505-2E9C-101B-9397-08002B2CF9AE}" pid="4" name="Slides">
    <vt:i4>18</vt:i4>
  </property>
</Properties>
</file>